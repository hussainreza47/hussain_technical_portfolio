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6" r:id="rId9"/>
    <p:sldId id="263" r:id="rId10"/>
    <p:sldId id="262" r:id="rId11"/>
    <p:sldId id="267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2de8d6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2de8d6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2de8d60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2de8d60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b71d05c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b71d05c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b71d05c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b71d05c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b71d05c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b71d05c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b71d05c9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b71d05c9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detect.p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etect.p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971000"/>
            <a:ext cx="8520600" cy="10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Attack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001500"/>
            <a:ext cx="8520600" cy="20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Computer Security </a:t>
            </a:r>
            <a:endParaRPr sz="3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Hussain Reza and Kaleb Henderson</a:t>
            </a:r>
            <a:endParaRPr sz="3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8160-6ADC-FBF2-2348-4045E982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B55FC-D0DB-9CFE-2FF3-F0405A3F6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Phishing uses deceptive websites to trick users into revealing sensitive data like passwords and banking info. Because it targets human psychology rather than technical vulnerabilities, it remains a highly effective threat to both individuals and organizations.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This project demonstrates phishing mechanics in a controlled environment and develops a simple prototype system to detect suspicious URLs. By simulating an attack and building a protection mechanism, it integrates both offensive and defensive cybersecurity strategies.</a:t>
            </a:r>
          </a:p>
        </p:txBody>
      </p:sp>
    </p:spTree>
    <p:extLst>
      <p:ext uri="{BB962C8B-B14F-4D97-AF65-F5344CB8AC3E}">
        <p14:creationId xmlns:p14="http://schemas.microsoft.com/office/powerpoint/2010/main" val="3413748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and Tools Used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Char char="●"/>
            </a:pPr>
            <a:r>
              <a:rPr lang="en" sz="2200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To demonstrate how a credential harvesting attack operates and how automated URL analysis can identify malicious sites. </a:t>
            </a:r>
            <a:endParaRPr sz="2200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Char char="●"/>
            </a:pPr>
            <a:r>
              <a:rPr lang="en" sz="2200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Python (Flask)</a:t>
            </a:r>
            <a:endParaRPr sz="2200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Char char="●"/>
            </a:pPr>
            <a:r>
              <a:rPr lang="en" sz="2200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HTML/CSS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Char char="●"/>
            </a:pPr>
            <a:r>
              <a:rPr lang="en" sz="2200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Txt File Logging</a:t>
            </a:r>
            <a:endParaRPr sz="2200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works?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Deceptive Interface:</a:t>
            </a:r>
            <a:r>
              <a:rPr lang="en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Using custom HTML to mimic a legitimate banking “Sign On” portal. 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Back-end Logic</a:t>
            </a:r>
            <a:r>
              <a:rPr lang="en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A Flask server hosts the page and listens for POST requests on the /login route. 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Data Capture</a:t>
            </a:r>
            <a:r>
              <a:rPr lang="en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The script extracts the username and password variable directly from the submitted form. </a:t>
            </a:r>
            <a:br>
              <a:rPr lang="en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" sz="20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“Hook”</a:t>
            </a:r>
            <a:r>
              <a:rPr lang="en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After submission, the user sees “login failed. Please try again” masking the thefit and encouraging them to try again. 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Exfiltration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Local Storage</a:t>
            </a:r>
            <a:r>
              <a:rPr lang="en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Stolen data is not just processed; it is persisted to a local file named credentials.txt. 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Format: </a:t>
            </a:r>
            <a:r>
              <a:rPr lang="en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Data is appended in a clear, readable format: Username: {username}, Password: {password}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Test Results:</a:t>
            </a:r>
            <a:r>
              <a:rPr lang="en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Our simulation successfully captured multiple credentials, proving the code’s effectiveness. 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r="46741" b="74661"/>
          <a:stretch/>
        </p:blipFill>
        <p:spPr>
          <a:xfrm>
            <a:off x="3962125" y="2852222"/>
            <a:ext cx="487017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Detection Algorithm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Script Overview:</a:t>
            </a:r>
            <a:r>
              <a:rPr lang="en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" sz="19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detect.py</a:t>
            </a:r>
            <a:r>
              <a:rPr lang="en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uses a scoring-based heuristic to evaluate the safety of any given URL. </a:t>
            </a:r>
            <a:endParaRPr sz="1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Risk Indicators: </a:t>
            </a:r>
            <a:endParaRPr sz="19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Char char="●"/>
            </a:pPr>
            <a:r>
              <a:rPr lang="en" sz="19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IP Addresses: </a:t>
            </a:r>
            <a:r>
              <a:rPr lang="en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Flagging URLs that use raw IP numbers instead of registered domain names. </a:t>
            </a:r>
            <a:endParaRPr sz="1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Char char="●"/>
            </a:pPr>
            <a:r>
              <a:rPr lang="en" sz="19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Keyword Analysis: </a:t>
            </a:r>
            <a:r>
              <a:rPr lang="en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Searching for high-risk terms like “bank,” “verify,” and “secure”.</a:t>
            </a:r>
            <a:endParaRPr sz="1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"/>
              <a:buChar char="●"/>
            </a:pPr>
            <a:r>
              <a:rPr lang="en" sz="19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Structural Red Flags: </a:t>
            </a:r>
            <a:r>
              <a:rPr lang="en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Analyzing URL length, subdomain counts, and special characters(like @). </a:t>
            </a:r>
            <a:endParaRPr sz="19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Scoring Logic and Results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Scoring System: </a:t>
            </a:r>
            <a:endParaRPr sz="5500" b="1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42106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Safe: </a:t>
            </a:r>
            <a:r>
              <a:rPr lang="en" sz="55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Score &lt; 2</a:t>
            </a:r>
            <a:endParaRPr sz="55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4210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Suspicious:</a:t>
            </a:r>
            <a:r>
              <a:rPr lang="en" sz="5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Score 2-3</a:t>
            </a:r>
            <a:endParaRPr sz="5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4210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Like Phishing</a:t>
            </a:r>
            <a:r>
              <a:rPr lang="en" sz="55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Score &gt;= 4</a:t>
            </a:r>
            <a:endParaRPr sz="55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5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Test Case: </a:t>
            </a:r>
            <a:r>
              <a:rPr lang="en" sz="55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Inputting http://127.0.0.1:5000/login resulted in a “Likely Phishing” classification” </a:t>
            </a:r>
            <a:endParaRPr sz="55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5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Why it failed: </a:t>
            </a:r>
            <a:r>
              <a:rPr lang="en" sz="55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URL triggered the IP address check (+2) and the suspicious keyword check (+2), hitting the threshold for a high-resk alert. </a:t>
            </a:r>
            <a:endParaRPr sz="55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A93D-21E2-DA36-4E49-48F6CBAA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7BAD-EBF7-D09A-BC43-83AB353CF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962" y="1017725"/>
            <a:ext cx="8520600" cy="53632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Sample URLs were tested: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A73A61-68FC-35B7-A301-9AE593AAD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806589"/>
              </p:ext>
            </p:extLst>
          </p:nvPr>
        </p:nvGraphicFramePr>
        <p:xfrm>
          <a:off x="311150" y="1554051"/>
          <a:ext cx="8521700" cy="1916224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519434827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592934498"/>
                    </a:ext>
                  </a:extLst>
                </a:gridCol>
              </a:tblGrid>
              <a:tr h="479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URL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766031"/>
                  </a:ext>
                </a:extLst>
              </a:tr>
              <a:tr h="479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https://www.google.com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429322"/>
                  </a:ext>
                </a:extLst>
              </a:tr>
              <a:tr h="479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http://192.168.1.5/login-bank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Likely Phishing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294913"/>
                  </a:ext>
                </a:extLst>
              </a:tr>
              <a:tr h="479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http://secure-login-update.com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Suspicious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61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811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EFF427-B0BD-5AC8-EB3D-F004D191A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56" y="317944"/>
            <a:ext cx="3378558" cy="2995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A4699A-633C-FB33-8B94-9A2FBD9D3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58" y="317944"/>
            <a:ext cx="5289322" cy="2995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422F7A-CF06-D9BB-4C8E-0912702580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390" b="30185"/>
          <a:stretch>
            <a:fillRect/>
          </a:stretch>
        </p:blipFill>
        <p:spPr>
          <a:xfrm>
            <a:off x="238105" y="3483972"/>
            <a:ext cx="3410909" cy="11637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C5EDF5-3DF7-AF73-6E58-2B17BC33F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991" y="3483973"/>
            <a:ext cx="5289322" cy="116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2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Security Takeways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Danger of Visuals: </a:t>
            </a:r>
            <a:r>
              <a:rPr lang="en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professional looking UI can easily hide malicious back-end code. 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Automation is Key:</a:t>
            </a:r>
            <a:r>
              <a:rPr lang="en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Using scripts like </a:t>
            </a:r>
            <a:r>
              <a:rPr lang="en" sz="21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detect.py</a:t>
            </a:r>
            <a:r>
              <a:rPr lang="en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can provide a first line of defense that doesn't rely on human intuition. 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Future Improvements:</a:t>
            </a:r>
            <a:r>
              <a:rPr lang="en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Enhancing the detection tool with SSL certificate verification and blacklisted domain lookups. 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Demo_Computer Security">
            <a:hlinkClick r:id="" action="ppaction://media"/>
            <a:extLst>
              <a:ext uri="{FF2B5EF4-FFF2-40B4-BE49-F238E27FC236}">
                <a16:creationId xmlns:a16="http://schemas.microsoft.com/office/drawing/2014/main" id="{9E3A7A3E-F6CF-9E13-7BF3-245D525C59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0259" y="420710"/>
            <a:ext cx="6997521" cy="399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9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6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504</Words>
  <Application>Microsoft Office PowerPoint</Application>
  <PresentationFormat>On-screen Show (16:9)</PresentationFormat>
  <Paragraphs>48</Paragraphs>
  <Slides>11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</vt:lpstr>
      <vt:lpstr>Simple Light</vt:lpstr>
      <vt:lpstr>Phishing Attack</vt:lpstr>
      <vt:lpstr>Introduction</vt:lpstr>
      <vt:lpstr>Objective and Tools Used</vt:lpstr>
      <vt:lpstr>How it works?</vt:lpstr>
      <vt:lpstr>Data Exfiltration</vt:lpstr>
      <vt:lpstr>Detection Algorithm</vt:lpstr>
      <vt:lpstr>Scoring Logic and Results</vt:lpstr>
      <vt:lpstr>Testing</vt:lpstr>
      <vt:lpstr>PowerPoint Presentation</vt:lpstr>
      <vt:lpstr>Conclusion &amp; Security Takeways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Hussain Reza</cp:lastModifiedBy>
  <cp:revision>4</cp:revision>
  <dcterms:modified xsi:type="dcterms:W3CDTF">2026-04-21T02:56:41Z</dcterms:modified>
</cp:coreProperties>
</file>